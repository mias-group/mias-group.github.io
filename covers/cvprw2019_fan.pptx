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594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7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253" y="605"/>
      </p:cViewPr>
      <p:guideLst>
        <p:guide orient="horz" pos="187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72715"/>
            <a:ext cx="9144000" cy="2069253"/>
          </a:xfrm>
        </p:spPr>
        <p:txBody>
          <a:bodyPr anchor="b"/>
          <a:lstStyle>
            <a:lvl1pPr algn="ctr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21766"/>
            <a:ext cx="9144000" cy="1434994"/>
          </a:xfrm>
        </p:spPr>
        <p:txBody>
          <a:bodyPr/>
          <a:lstStyle>
            <a:lvl1pPr marL="0" indent="0" algn="ctr">
              <a:buNone/>
              <a:defRPr sz="2080"/>
            </a:lvl1pPr>
            <a:lvl2pPr marL="396255" indent="0" algn="ctr">
              <a:buNone/>
              <a:defRPr sz="1733"/>
            </a:lvl2pPr>
            <a:lvl3pPr marL="792510" indent="0" algn="ctr">
              <a:buNone/>
              <a:defRPr sz="1560"/>
            </a:lvl3pPr>
            <a:lvl4pPr marL="1188766" indent="0" algn="ctr">
              <a:buNone/>
              <a:defRPr sz="1387"/>
            </a:lvl4pPr>
            <a:lvl5pPr marL="1585021" indent="0" algn="ctr">
              <a:buNone/>
              <a:defRPr sz="1387"/>
            </a:lvl5pPr>
            <a:lvl6pPr marL="1981276" indent="0" algn="ctr">
              <a:buNone/>
              <a:defRPr sz="1387"/>
            </a:lvl6pPr>
            <a:lvl7pPr marL="2377531" indent="0" algn="ctr">
              <a:buNone/>
              <a:defRPr sz="1387"/>
            </a:lvl7pPr>
            <a:lvl8pPr marL="2773787" indent="0" algn="ctr">
              <a:buNone/>
              <a:defRPr sz="1387"/>
            </a:lvl8pPr>
            <a:lvl9pPr marL="3170042" indent="0" algn="ctr">
              <a:buNone/>
              <a:defRPr sz="138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AD68-71B4-4572-ACB7-AD2660B66A78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90A5-0A95-4C59-ABDD-715165F623F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600051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AD68-71B4-4572-ACB7-AD2660B66A78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90A5-0A95-4C59-ABDD-715165F623F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557129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481773"/>
            <a:ext cx="10515600" cy="2472372"/>
          </a:xfrm>
        </p:spPr>
        <p:txBody>
          <a:bodyPr anchor="b"/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77535"/>
            <a:ext cx="10515600" cy="1300162"/>
          </a:xfrm>
        </p:spPr>
        <p:txBody>
          <a:bodyPr/>
          <a:lstStyle>
            <a:lvl1pPr marL="0" indent="0">
              <a:buNone/>
              <a:defRPr sz="2080">
                <a:solidFill>
                  <a:schemeClr val="tx1">
                    <a:tint val="75000"/>
                  </a:schemeClr>
                </a:solidFill>
              </a:defRPr>
            </a:lvl1pPr>
            <a:lvl2pPr marL="396255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2pPr>
            <a:lvl3pPr marL="792510" indent="0">
              <a:buNone/>
              <a:defRPr sz="1560">
                <a:solidFill>
                  <a:schemeClr val="tx1">
                    <a:tint val="75000"/>
                  </a:schemeClr>
                </a:solidFill>
              </a:defRPr>
            </a:lvl3pPr>
            <a:lvl4pPr marL="1188766" indent="0">
              <a:buNone/>
              <a:defRPr sz="1387">
                <a:solidFill>
                  <a:schemeClr val="tx1">
                    <a:tint val="75000"/>
                  </a:schemeClr>
                </a:solidFill>
              </a:defRPr>
            </a:lvl4pPr>
            <a:lvl5pPr marL="1585021" indent="0">
              <a:buNone/>
              <a:defRPr sz="1387">
                <a:solidFill>
                  <a:schemeClr val="tx1">
                    <a:tint val="75000"/>
                  </a:schemeClr>
                </a:solidFill>
              </a:defRPr>
            </a:lvl5pPr>
            <a:lvl6pPr marL="1981276" indent="0">
              <a:buNone/>
              <a:defRPr sz="1387">
                <a:solidFill>
                  <a:schemeClr val="tx1">
                    <a:tint val="75000"/>
                  </a:schemeClr>
                </a:solidFill>
              </a:defRPr>
            </a:lvl6pPr>
            <a:lvl7pPr marL="2377531" indent="0">
              <a:buNone/>
              <a:defRPr sz="1387">
                <a:solidFill>
                  <a:schemeClr val="tx1">
                    <a:tint val="75000"/>
                  </a:schemeClr>
                </a:solidFill>
              </a:defRPr>
            </a:lvl7pPr>
            <a:lvl8pPr marL="2773787" indent="0">
              <a:buNone/>
              <a:defRPr sz="1387">
                <a:solidFill>
                  <a:schemeClr val="tx1">
                    <a:tint val="75000"/>
                  </a:schemeClr>
                </a:solidFill>
              </a:defRPr>
            </a:lvl8pPr>
            <a:lvl9pPr marL="3170042" indent="0">
              <a:buNone/>
              <a:defRPr sz="138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AD68-71B4-4572-ACB7-AD2660B66A78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90A5-0A95-4C59-ABDD-715165F623F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25706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82208"/>
            <a:ext cx="5181600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82208"/>
            <a:ext cx="5181600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AD68-71B4-4572-ACB7-AD2660B66A78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90A5-0A95-4C59-ABDD-715165F623F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856181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16442"/>
            <a:ext cx="10515600" cy="1148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457008"/>
            <a:ext cx="5157787" cy="714057"/>
          </a:xfrm>
        </p:spPr>
        <p:txBody>
          <a:bodyPr anchor="b"/>
          <a:lstStyle>
            <a:lvl1pPr marL="0" indent="0">
              <a:buNone/>
              <a:defRPr sz="2080" b="1"/>
            </a:lvl1pPr>
            <a:lvl2pPr marL="396255" indent="0">
              <a:buNone/>
              <a:defRPr sz="1733" b="1"/>
            </a:lvl2pPr>
            <a:lvl3pPr marL="792510" indent="0">
              <a:buNone/>
              <a:defRPr sz="1560" b="1"/>
            </a:lvl3pPr>
            <a:lvl4pPr marL="1188766" indent="0">
              <a:buNone/>
              <a:defRPr sz="1387" b="1"/>
            </a:lvl4pPr>
            <a:lvl5pPr marL="1585021" indent="0">
              <a:buNone/>
              <a:defRPr sz="1387" b="1"/>
            </a:lvl5pPr>
            <a:lvl6pPr marL="1981276" indent="0">
              <a:buNone/>
              <a:defRPr sz="1387" b="1"/>
            </a:lvl6pPr>
            <a:lvl7pPr marL="2377531" indent="0">
              <a:buNone/>
              <a:defRPr sz="1387" b="1"/>
            </a:lvl7pPr>
            <a:lvl8pPr marL="2773787" indent="0">
              <a:buNone/>
              <a:defRPr sz="1387" b="1"/>
            </a:lvl8pPr>
            <a:lvl9pPr marL="3170042" indent="0">
              <a:buNone/>
              <a:defRPr sz="13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171065"/>
            <a:ext cx="5157787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57008"/>
            <a:ext cx="5183188" cy="714057"/>
          </a:xfrm>
        </p:spPr>
        <p:txBody>
          <a:bodyPr anchor="b"/>
          <a:lstStyle>
            <a:lvl1pPr marL="0" indent="0">
              <a:buNone/>
              <a:defRPr sz="2080" b="1"/>
            </a:lvl1pPr>
            <a:lvl2pPr marL="396255" indent="0">
              <a:buNone/>
              <a:defRPr sz="1733" b="1"/>
            </a:lvl2pPr>
            <a:lvl3pPr marL="792510" indent="0">
              <a:buNone/>
              <a:defRPr sz="1560" b="1"/>
            </a:lvl3pPr>
            <a:lvl4pPr marL="1188766" indent="0">
              <a:buNone/>
              <a:defRPr sz="1387" b="1"/>
            </a:lvl4pPr>
            <a:lvl5pPr marL="1585021" indent="0">
              <a:buNone/>
              <a:defRPr sz="1387" b="1"/>
            </a:lvl5pPr>
            <a:lvl6pPr marL="1981276" indent="0">
              <a:buNone/>
              <a:defRPr sz="1387" b="1"/>
            </a:lvl6pPr>
            <a:lvl7pPr marL="2377531" indent="0">
              <a:buNone/>
              <a:defRPr sz="1387" b="1"/>
            </a:lvl7pPr>
            <a:lvl8pPr marL="2773787" indent="0">
              <a:buNone/>
              <a:defRPr sz="1387" b="1"/>
            </a:lvl8pPr>
            <a:lvl9pPr marL="3170042" indent="0">
              <a:buNone/>
              <a:defRPr sz="13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171065"/>
            <a:ext cx="5183188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AD68-71B4-4572-ACB7-AD2660B66A78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90A5-0A95-4C59-ABDD-715165F623F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497185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AD68-71B4-4572-ACB7-AD2660B66A78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90A5-0A95-4C59-ABDD-715165F623F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489110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AD68-71B4-4572-ACB7-AD2660B66A78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90A5-0A95-4C59-ABDD-715165F623F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09523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96240"/>
            <a:ext cx="3932237" cy="1386840"/>
          </a:xfrm>
        </p:spPr>
        <p:txBody>
          <a:bodyPr anchor="b"/>
          <a:lstStyle>
            <a:lvl1pPr>
              <a:defRPr sz="27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855769"/>
            <a:ext cx="6172200" cy="4223808"/>
          </a:xfrm>
        </p:spPr>
        <p:txBody>
          <a:bodyPr/>
          <a:lstStyle>
            <a:lvl1pPr>
              <a:defRPr sz="2773"/>
            </a:lvl1pPr>
            <a:lvl2pPr>
              <a:defRPr sz="2427"/>
            </a:lvl2pPr>
            <a:lvl3pPr>
              <a:defRPr sz="208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83080"/>
            <a:ext cx="3932237" cy="3303376"/>
          </a:xfrm>
        </p:spPr>
        <p:txBody>
          <a:bodyPr/>
          <a:lstStyle>
            <a:lvl1pPr marL="0" indent="0">
              <a:buNone/>
              <a:defRPr sz="1387"/>
            </a:lvl1pPr>
            <a:lvl2pPr marL="396255" indent="0">
              <a:buNone/>
              <a:defRPr sz="1213"/>
            </a:lvl2pPr>
            <a:lvl3pPr marL="792510" indent="0">
              <a:buNone/>
              <a:defRPr sz="1040"/>
            </a:lvl3pPr>
            <a:lvl4pPr marL="1188766" indent="0">
              <a:buNone/>
              <a:defRPr sz="867"/>
            </a:lvl4pPr>
            <a:lvl5pPr marL="1585021" indent="0">
              <a:buNone/>
              <a:defRPr sz="867"/>
            </a:lvl5pPr>
            <a:lvl6pPr marL="1981276" indent="0">
              <a:buNone/>
              <a:defRPr sz="867"/>
            </a:lvl6pPr>
            <a:lvl7pPr marL="2377531" indent="0">
              <a:buNone/>
              <a:defRPr sz="867"/>
            </a:lvl7pPr>
            <a:lvl8pPr marL="2773787" indent="0">
              <a:buNone/>
              <a:defRPr sz="867"/>
            </a:lvl8pPr>
            <a:lvl9pPr marL="3170042" indent="0">
              <a:buNone/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AD68-71B4-4572-ACB7-AD2660B66A78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90A5-0A95-4C59-ABDD-715165F623F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334766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96240"/>
            <a:ext cx="3932237" cy="1386840"/>
          </a:xfrm>
        </p:spPr>
        <p:txBody>
          <a:bodyPr anchor="b"/>
          <a:lstStyle>
            <a:lvl1pPr>
              <a:defRPr sz="27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55769"/>
            <a:ext cx="6172200" cy="4223808"/>
          </a:xfrm>
        </p:spPr>
        <p:txBody>
          <a:bodyPr anchor="t"/>
          <a:lstStyle>
            <a:lvl1pPr marL="0" indent="0">
              <a:buNone/>
              <a:defRPr sz="2773"/>
            </a:lvl1pPr>
            <a:lvl2pPr marL="396255" indent="0">
              <a:buNone/>
              <a:defRPr sz="2427"/>
            </a:lvl2pPr>
            <a:lvl3pPr marL="792510" indent="0">
              <a:buNone/>
              <a:defRPr sz="2080"/>
            </a:lvl3pPr>
            <a:lvl4pPr marL="1188766" indent="0">
              <a:buNone/>
              <a:defRPr sz="1733"/>
            </a:lvl4pPr>
            <a:lvl5pPr marL="1585021" indent="0">
              <a:buNone/>
              <a:defRPr sz="1733"/>
            </a:lvl5pPr>
            <a:lvl6pPr marL="1981276" indent="0">
              <a:buNone/>
              <a:defRPr sz="1733"/>
            </a:lvl6pPr>
            <a:lvl7pPr marL="2377531" indent="0">
              <a:buNone/>
              <a:defRPr sz="1733"/>
            </a:lvl7pPr>
            <a:lvl8pPr marL="2773787" indent="0">
              <a:buNone/>
              <a:defRPr sz="1733"/>
            </a:lvl8pPr>
            <a:lvl9pPr marL="3170042" indent="0">
              <a:buNone/>
              <a:defRPr sz="17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83080"/>
            <a:ext cx="3932237" cy="3303376"/>
          </a:xfrm>
        </p:spPr>
        <p:txBody>
          <a:bodyPr/>
          <a:lstStyle>
            <a:lvl1pPr marL="0" indent="0">
              <a:buNone/>
              <a:defRPr sz="1387"/>
            </a:lvl1pPr>
            <a:lvl2pPr marL="396255" indent="0">
              <a:buNone/>
              <a:defRPr sz="1213"/>
            </a:lvl2pPr>
            <a:lvl3pPr marL="792510" indent="0">
              <a:buNone/>
              <a:defRPr sz="1040"/>
            </a:lvl3pPr>
            <a:lvl4pPr marL="1188766" indent="0">
              <a:buNone/>
              <a:defRPr sz="867"/>
            </a:lvl4pPr>
            <a:lvl5pPr marL="1585021" indent="0">
              <a:buNone/>
              <a:defRPr sz="867"/>
            </a:lvl5pPr>
            <a:lvl6pPr marL="1981276" indent="0">
              <a:buNone/>
              <a:defRPr sz="867"/>
            </a:lvl6pPr>
            <a:lvl7pPr marL="2377531" indent="0">
              <a:buNone/>
              <a:defRPr sz="867"/>
            </a:lvl7pPr>
            <a:lvl8pPr marL="2773787" indent="0">
              <a:buNone/>
              <a:defRPr sz="867"/>
            </a:lvl8pPr>
            <a:lvl9pPr marL="3170042" indent="0">
              <a:buNone/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AD68-71B4-4572-ACB7-AD2660B66A78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90A5-0A95-4C59-ABDD-715165F623F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772428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AD68-71B4-4572-ACB7-AD2660B66A78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90A5-0A95-4C59-ABDD-715165F623F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341598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16442"/>
            <a:ext cx="2628900" cy="50369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16442"/>
            <a:ext cx="7734300" cy="50369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AD68-71B4-4572-ACB7-AD2660B66A78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90A5-0A95-4C59-ABDD-715165F623F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449473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16442"/>
            <a:ext cx="10515600" cy="1148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82208"/>
            <a:ext cx="10515600" cy="377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508837"/>
            <a:ext cx="274320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2CAD68-71B4-4572-ACB7-AD2660B66A78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508837"/>
            <a:ext cx="411480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508837"/>
            <a:ext cx="274320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F90A5-0A95-4C59-ABDD-715165F623F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980964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92510" rtl="0" eaLnBrk="1" latinLnBrk="0" hangingPunct="1">
        <a:lnSpc>
          <a:spcPct val="90000"/>
        </a:lnSpc>
        <a:spcBef>
          <a:spcPct val="0"/>
        </a:spcBef>
        <a:buNone/>
        <a:defRPr sz="38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8128" indent="-198128" algn="l" defTabSz="79251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2427" kern="1200">
          <a:solidFill>
            <a:schemeClr val="tx1"/>
          </a:solidFill>
          <a:latin typeface="+mn-lt"/>
          <a:ea typeface="+mn-ea"/>
          <a:cs typeface="+mn-cs"/>
        </a:defRPr>
      </a:lvl1pPr>
      <a:lvl2pPr marL="594383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80" kern="1200">
          <a:solidFill>
            <a:schemeClr val="tx1"/>
          </a:solidFill>
          <a:latin typeface="+mn-lt"/>
          <a:ea typeface="+mn-ea"/>
          <a:cs typeface="+mn-cs"/>
        </a:defRPr>
      </a:lvl2pPr>
      <a:lvl3pPr marL="990638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3pPr>
      <a:lvl4pPr marL="1386893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783149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2179404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575659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971914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368170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1pPr>
      <a:lvl2pPr marL="396255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2pPr>
      <a:lvl3pPr marL="792510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66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585021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1981276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377531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773787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170042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4F3DC9-2C23-4DA5-8E0D-641568BC8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10"/>
            <a:ext cx="12192000" cy="29381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C47A41-1500-4E3D-A9C4-1658162B2D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842"/>
          <a:stretch/>
        </p:blipFill>
        <p:spPr>
          <a:xfrm>
            <a:off x="0" y="3181478"/>
            <a:ext cx="12192000" cy="276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41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Ranger Fan</dc:creator>
  <cp:lastModifiedBy>Ranger Fan</cp:lastModifiedBy>
  <cp:revision>3</cp:revision>
  <dcterms:created xsi:type="dcterms:W3CDTF">2020-12-07T22:29:32Z</dcterms:created>
  <dcterms:modified xsi:type="dcterms:W3CDTF">2020-12-07T22:38:48Z</dcterms:modified>
</cp:coreProperties>
</file>