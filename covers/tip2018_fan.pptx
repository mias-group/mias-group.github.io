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253" y="605"/>
      </p:cViewPr>
      <p:guideLst>
        <p:guide orient="horz" pos="187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72715"/>
            <a:ext cx="9144000" cy="2069253"/>
          </a:xfrm>
        </p:spPr>
        <p:txBody>
          <a:bodyPr anchor="b"/>
          <a:lstStyle>
            <a:lvl1pPr algn="ctr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21766"/>
            <a:ext cx="9144000" cy="1434994"/>
          </a:xfrm>
        </p:spPr>
        <p:txBody>
          <a:bodyPr/>
          <a:lstStyle>
            <a:lvl1pPr marL="0" indent="0" algn="ctr">
              <a:buNone/>
              <a:defRPr sz="2080"/>
            </a:lvl1pPr>
            <a:lvl2pPr marL="396255" indent="0" algn="ctr">
              <a:buNone/>
              <a:defRPr sz="1733"/>
            </a:lvl2pPr>
            <a:lvl3pPr marL="792510" indent="0" algn="ctr">
              <a:buNone/>
              <a:defRPr sz="1560"/>
            </a:lvl3pPr>
            <a:lvl4pPr marL="1188766" indent="0" algn="ctr">
              <a:buNone/>
              <a:defRPr sz="1387"/>
            </a:lvl4pPr>
            <a:lvl5pPr marL="1585021" indent="0" algn="ctr">
              <a:buNone/>
              <a:defRPr sz="1387"/>
            </a:lvl5pPr>
            <a:lvl6pPr marL="1981276" indent="0" algn="ctr">
              <a:buNone/>
              <a:defRPr sz="1387"/>
            </a:lvl6pPr>
            <a:lvl7pPr marL="2377531" indent="0" algn="ctr">
              <a:buNone/>
              <a:defRPr sz="1387"/>
            </a:lvl7pPr>
            <a:lvl8pPr marL="2773787" indent="0" algn="ctr">
              <a:buNone/>
              <a:defRPr sz="1387"/>
            </a:lvl8pPr>
            <a:lvl9pPr marL="3170042" indent="0" algn="ctr">
              <a:buNone/>
              <a:defRPr sz="13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AA6-00CB-46EE-9B9D-32182373EAB1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9C0A-7901-4440-BCE6-D681F8BD28B4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88491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AA6-00CB-46EE-9B9D-32182373EAB1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9C0A-7901-4440-BCE6-D681F8BD28B4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683919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81773"/>
            <a:ext cx="10515600" cy="2472372"/>
          </a:xfrm>
        </p:spPr>
        <p:txBody>
          <a:bodyPr anchor="b"/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77535"/>
            <a:ext cx="10515600" cy="1300162"/>
          </a:xfrm>
        </p:spPr>
        <p:txBody>
          <a:bodyPr/>
          <a:lstStyle>
            <a:lvl1pPr marL="0" indent="0">
              <a:buNone/>
              <a:defRPr sz="2080">
                <a:solidFill>
                  <a:schemeClr val="tx1">
                    <a:tint val="75000"/>
                  </a:schemeClr>
                </a:solidFill>
              </a:defRPr>
            </a:lvl1pPr>
            <a:lvl2pPr marL="396255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2pPr>
            <a:lvl3pPr marL="792510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3pPr>
            <a:lvl4pPr marL="1188766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4pPr>
            <a:lvl5pPr marL="1585021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5pPr>
            <a:lvl6pPr marL="1981276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6pPr>
            <a:lvl7pPr marL="2377531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7pPr>
            <a:lvl8pPr marL="2773787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8pPr>
            <a:lvl9pPr marL="3170042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AA6-00CB-46EE-9B9D-32182373EAB1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9C0A-7901-4440-BCE6-D681F8BD28B4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523318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82208"/>
            <a:ext cx="518160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82208"/>
            <a:ext cx="518160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AA6-00CB-46EE-9B9D-32182373EAB1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9C0A-7901-4440-BCE6-D681F8BD28B4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71447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16442"/>
            <a:ext cx="10515600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57008"/>
            <a:ext cx="5157787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71065"/>
            <a:ext cx="5157787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57008"/>
            <a:ext cx="5183188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71065"/>
            <a:ext cx="5183188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AA6-00CB-46EE-9B9D-32182373EAB1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9C0A-7901-4440-BCE6-D681F8BD28B4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28268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AA6-00CB-46EE-9B9D-32182373EAB1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9C0A-7901-4440-BCE6-D681F8BD28B4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3079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AA6-00CB-46EE-9B9D-32182373EAB1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9C0A-7901-4440-BCE6-D681F8BD28B4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102522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96240"/>
            <a:ext cx="3932237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55769"/>
            <a:ext cx="6172200" cy="4223808"/>
          </a:xfrm>
        </p:spPr>
        <p:txBody>
          <a:bodyPr/>
          <a:lstStyle>
            <a:lvl1pPr>
              <a:defRPr sz="2773"/>
            </a:lvl1pPr>
            <a:lvl2pPr>
              <a:defRPr sz="2427"/>
            </a:lvl2pPr>
            <a:lvl3pPr>
              <a:defRPr sz="208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83080"/>
            <a:ext cx="3932237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AA6-00CB-46EE-9B9D-32182373EAB1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9C0A-7901-4440-BCE6-D681F8BD28B4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49870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96240"/>
            <a:ext cx="3932237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55769"/>
            <a:ext cx="6172200" cy="4223808"/>
          </a:xfrm>
        </p:spPr>
        <p:txBody>
          <a:bodyPr anchor="t"/>
          <a:lstStyle>
            <a:lvl1pPr marL="0" indent="0">
              <a:buNone/>
              <a:defRPr sz="2773"/>
            </a:lvl1pPr>
            <a:lvl2pPr marL="396255" indent="0">
              <a:buNone/>
              <a:defRPr sz="2427"/>
            </a:lvl2pPr>
            <a:lvl3pPr marL="792510" indent="0">
              <a:buNone/>
              <a:defRPr sz="2080"/>
            </a:lvl3pPr>
            <a:lvl4pPr marL="1188766" indent="0">
              <a:buNone/>
              <a:defRPr sz="1733"/>
            </a:lvl4pPr>
            <a:lvl5pPr marL="1585021" indent="0">
              <a:buNone/>
              <a:defRPr sz="1733"/>
            </a:lvl5pPr>
            <a:lvl6pPr marL="1981276" indent="0">
              <a:buNone/>
              <a:defRPr sz="1733"/>
            </a:lvl6pPr>
            <a:lvl7pPr marL="2377531" indent="0">
              <a:buNone/>
              <a:defRPr sz="1733"/>
            </a:lvl7pPr>
            <a:lvl8pPr marL="2773787" indent="0">
              <a:buNone/>
              <a:defRPr sz="1733"/>
            </a:lvl8pPr>
            <a:lvl9pPr marL="3170042" indent="0">
              <a:buNone/>
              <a:defRPr sz="17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83080"/>
            <a:ext cx="3932237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AA6-00CB-46EE-9B9D-32182373EAB1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9C0A-7901-4440-BCE6-D681F8BD28B4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212582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AA6-00CB-46EE-9B9D-32182373EAB1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9C0A-7901-4440-BCE6-D681F8BD28B4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8493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16442"/>
            <a:ext cx="2628900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16442"/>
            <a:ext cx="7734300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AA6-00CB-46EE-9B9D-32182373EAB1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9C0A-7901-4440-BCE6-D681F8BD28B4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11470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16442"/>
            <a:ext cx="10515600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82208"/>
            <a:ext cx="10515600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508837"/>
            <a:ext cx="27432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7CAA6-00CB-46EE-9B9D-32182373EAB1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508837"/>
            <a:ext cx="41148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508837"/>
            <a:ext cx="27432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99C0A-7901-4440-BCE6-D681F8BD28B4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08783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92510" rtl="0" eaLnBrk="1" latinLnBrk="0" hangingPunct="1">
        <a:lnSpc>
          <a:spcPct val="90000"/>
        </a:lnSpc>
        <a:spcBef>
          <a:spcPct val="0"/>
        </a:spcBef>
        <a:buNone/>
        <a:defRPr sz="38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28" indent="-198128" algn="l" defTabSz="79251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2427" kern="1200">
          <a:solidFill>
            <a:schemeClr val="tx1"/>
          </a:solidFill>
          <a:latin typeface="+mn-lt"/>
          <a:ea typeface="+mn-ea"/>
          <a:cs typeface="+mn-cs"/>
        </a:defRPr>
      </a:lvl1pPr>
      <a:lvl2pPr marL="59438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2pPr>
      <a:lvl3pPr marL="990638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8689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78314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217940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57565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97191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368170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255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251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6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502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8127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753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3787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70042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E8061D3-DF6F-4951-B039-1B2EB1394345}"/>
              </a:ext>
            </a:extLst>
          </p:cNvPr>
          <p:cNvSpPr/>
          <p:nvPr/>
        </p:nvSpPr>
        <p:spPr>
          <a:xfrm>
            <a:off x="0" y="28938"/>
            <a:ext cx="12192000" cy="2361235"/>
          </a:xfrm>
          <a:prstGeom prst="roundRect">
            <a:avLst>
              <a:gd name="adj" fmla="val 10213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80EF96-6835-4263-A5DF-52E319D7A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2" y="177512"/>
            <a:ext cx="11971176" cy="20526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8E1B70-4211-44E7-904F-9FB2E294E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7" y="2948652"/>
            <a:ext cx="7727808" cy="29586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EC9F35-F444-4617-AF42-636BB4789D64}"/>
              </a:ext>
            </a:extLst>
          </p:cNvPr>
          <p:cNvSpPr txBox="1"/>
          <p:nvPr/>
        </p:nvSpPr>
        <p:spPr>
          <a:xfrm>
            <a:off x="10373761" y="62252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E04E4-544E-4D41-80D9-262C3C69258B}"/>
              </a:ext>
            </a:extLst>
          </p:cNvPr>
          <p:cNvSpPr txBox="1"/>
          <p:nvPr/>
        </p:nvSpPr>
        <p:spPr>
          <a:xfrm>
            <a:off x="2299671" y="2492447"/>
            <a:ext cx="3270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Images + Disparity Images</a:t>
            </a:r>
            <a:endParaRPr lang="en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A3E224-4D71-4579-8BEC-8A0610904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1773" y="3136720"/>
            <a:ext cx="4236197" cy="24167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8D846A-3AE6-42CC-8740-2595220AC403}"/>
              </a:ext>
            </a:extLst>
          </p:cNvPr>
          <p:cNvSpPr txBox="1"/>
          <p:nvPr/>
        </p:nvSpPr>
        <p:spPr>
          <a:xfrm>
            <a:off x="8187656" y="2492447"/>
            <a:ext cx="3579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Reconstructed 3D Road Surface</a:t>
            </a:r>
            <a:endParaRPr lang="en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5007770-1B1B-482E-9727-16F73D4F6CB4}"/>
              </a:ext>
            </a:extLst>
          </p:cNvPr>
          <p:cNvSpPr/>
          <p:nvPr/>
        </p:nvSpPr>
        <p:spPr>
          <a:xfrm>
            <a:off x="44015" y="2902348"/>
            <a:ext cx="7796529" cy="2994951"/>
          </a:xfrm>
          <a:prstGeom prst="roundRect">
            <a:avLst>
              <a:gd name="adj" fmla="val 4990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C7458FD-CC24-43A6-A882-1EDDB7D4DC33}"/>
              </a:ext>
            </a:extLst>
          </p:cNvPr>
          <p:cNvSpPr/>
          <p:nvPr/>
        </p:nvSpPr>
        <p:spPr>
          <a:xfrm>
            <a:off x="7935795" y="2902348"/>
            <a:ext cx="4221480" cy="2994952"/>
          </a:xfrm>
          <a:prstGeom prst="roundRect">
            <a:avLst>
              <a:gd name="adj" fmla="val 5379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45348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11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Ranger Fan</dc:creator>
  <cp:lastModifiedBy>Ranger Fan</cp:lastModifiedBy>
  <cp:revision>11</cp:revision>
  <dcterms:created xsi:type="dcterms:W3CDTF">2020-12-07T22:40:25Z</dcterms:created>
  <dcterms:modified xsi:type="dcterms:W3CDTF">2020-12-07T23:14:44Z</dcterms:modified>
</cp:coreProperties>
</file>