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218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293" y="58"/>
      </p:cViewPr>
      <p:guideLst>
        <p:guide orient="horz" pos="19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17661"/>
            <a:ext cx="9144000" cy="2164868"/>
          </a:xfrm>
        </p:spPr>
        <p:txBody>
          <a:bodyPr anchor="b"/>
          <a:lstStyle>
            <a:lvl1pPr algn="ctr"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66015"/>
            <a:ext cx="9144000" cy="1501301"/>
          </a:xfrm>
        </p:spPr>
        <p:txBody>
          <a:bodyPr/>
          <a:lstStyle>
            <a:lvl1pPr marL="0" indent="0" algn="ctr">
              <a:buNone/>
              <a:defRPr sz="2176"/>
            </a:lvl1pPr>
            <a:lvl2pPr marL="414543" indent="0" algn="ctr">
              <a:buNone/>
              <a:defRPr sz="1813"/>
            </a:lvl2pPr>
            <a:lvl3pPr marL="829086" indent="0" algn="ctr">
              <a:buNone/>
              <a:defRPr sz="1632"/>
            </a:lvl3pPr>
            <a:lvl4pPr marL="1243630" indent="0" algn="ctr">
              <a:buNone/>
              <a:defRPr sz="1451"/>
            </a:lvl4pPr>
            <a:lvl5pPr marL="1658173" indent="0" algn="ctr">
              <a:buNone/>
              <a:defRPr sz="1451"/>
            </a:lvl5pPr>
            <a:lvl6pPr marL="2072716" indent="0" algn="ctr">
              <a:buNone/>
              <a:defRPr sz="1451"/>
            </a:lvl6pPr>
            <a:lvl7pPr marL="2487259" indent="0" algn="ctr">
              <a:buNone/>
              <a:defRPr sz="1451"/>
            </a:lvl7pPr>
            <a:lvl8pPr marL="2901803" indent="0" algn="ctr">
              <a:buNone/>
              <a:defRPr sz="1451"/>
            </a:lvl8pPr>
            <a:lvl9pPr marL="3316346" indent="0" algn="ctr">
              <a:buNone/>
              <a:defRPr sz="14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6321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3874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50242"/>
            <a:ext cx="10515600" cy="2586614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161326"/>
            <a:ext cx="10515600" cy="1360239"/>
          </a:xfrm>
        </p:spPr>
        <p:txBody>
          <a:bodyPr/>
          <a:lstStyle>
            <a:lvl1pPr marL="0" indent="0">
              <a:buNone/>
              <a:defRPr sz="2176">
                <a:solidFill>
                  <a:schemeClr val="tx1">
                    <a:tint val="75000"/>
                  </a:schemeClr>
                </a:solidFill>
              </a:defRPr>
            </a:lvl1pPr>
            <a:lvl2pPr marL="41454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2pPr>
            <a:lvl3pPr marL="829086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3pPr>
            <a:lvl4pPr marL="124363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65817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07271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48725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290180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31634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8196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55318"/>
            <a:ext cx="5181600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55318"/>
            <a:ext cx="5181600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5130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31064"/>
            <a:ext cx="10515600" cy="12019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24332"/>
            <a:ext cx="5157787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71384"/>
            <a:ext cx="5157787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24332"/>
            <a:ext cx="5183188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71384"/>
            <a:ext cx="5183188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9305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1781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108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14549"/>
            <a:ext cx="3932237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95312"/>
            <a:ext cx="6172200" cy="4418979"/>
          </a:xfrm>
        </p:spPr>
        <p:txBody>
          <a:bodyPr/>
          <a:lstStyle>
            <a:lvl1pPr>
              <a:defRPr sz="2901"/>
            </a:lvl1pPr>
            <a:lvl2pPr>
              <a:defRPr sz="2539"/>
            </a:lvl2pPr>
            <a:lvl3pPr>
              <a:defRPr sz="2176"/>
            </a:lvl3pPr>
            <a:lvl4pPr>
              <a:defRPr sz="1813"/>
            </a:lvl4pPr>
            <a:lvl5pPr>
              <a:defRPr sz="1813"/>
            </a:lvl5pPr>
            <a:lvl6pPr>
              <a:defRPr sz="1813"/>
            </a:lvl6pPr>
            <a:lvl7pPr>
              <a:defRPr sz="1813"/>
            </a:lvl7pPr>
            <a:lvl8pPr>
              <a:defRPr sz="1813"/>
            </a:lvl8pPr>
            <a:lvl9pPr>
              <a:defRPr sz="18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65471"/>
            <a:ext cx="3932237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1644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14549"/>
            <a:ext cx="3932237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95312"/>
            <a:ext cx="6172200" cy="4418979"/>
          </a:xfrm>
        </p:spPr>
        <p:txBody>
          <a:bodyPr anchor="t"/>
          <a:lstStyle>
            <a:lvl1pPr marL="0" indent="0">
              <a:buNone/>
              <a:defRPr sz="2901"/>
            </a:lvl1pPr>
            <a:lvl2pPr marL="414543" indent="0">
              <a:buNone/>
              <a:defRPr sz="2539"/>
            </a:lvl2pPr>
            <a:lvl3pPr marL="829086" indent="0">
              <a:buNone/>
              <a:defRPr sz="2176"/>
            </a:lvl3pPr>
            <a:lvl4pPr marL="1243630" indent="0">
              <a:buNone/>
              <a:defRPr sz="1813"/>
            </a:lvl4pPr>
            <a:lvl5pPr marL="1658173" indent="0">
              <a:buNone/>
              <a:defRPr sz="1813"/>
            </a:lvl5pPr>
            <a:lvl6pPr marL="2072716" indent="0">
              <a:buNone/>
              <a:defRPr sz="1813"/>
            </a:lvl6pPr>
            <a:lvl7pPr marL="2487259" indent="0">
              <a:buNone/>
              <a:defRPr sz="1813"/>
            </a:lvl7pPr>
            <a:lvl8pPr marL="2901803" indent="0">
              <a:buNone/>
              <a:defRPr sz="1813"/>
            </a:lvl8pPr>
            <a:lvl9pPr marL="3316346" indent="0">
              <a:buNone/>
              <a:defRPr sz="18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65471"/>
            <a:ext cx="3932237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5660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0680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31064"/>
            <a:ext cx="2628900" cy="52696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31064"/>
            <a:ext cx="7734300" cy="52696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2293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31064"/>
            <a:ext cx="10515600" cy="12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55318"/>
            <a:ext cx="10515600" cy="39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763386"/>
            <a:ext cx="274320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161B8-04FE-4D95-9D12-BDAB5FD42659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763386"/>
            <a:ext cx="411480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763386"/>
            <a:ext cx="274320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C0879-C4D3-411A-8A74-63FDD67E7B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7325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9086" rtl="0" eaLnBrk="1" latinLnBrk="0" hangingPunct="1">
        <a:lnSpc>
          <a:spcPct val="90000"/>
        </a:lnSpc>
        <a:spcBef>
          <a:spcPct val="0"/>
        </a:spcBef>
        <a:buNone/>
        <a:defRPr sz="3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272" indent="-207272" algn="l" defTabSz="829086" rtl="0" eaLnBrk="1" latinLnBrk="0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39" kern="1200">
          <a:solidFill>
            <a:schemeClr val="tx1"/>
          </a:solidFill>
          <a:latin typeface="+mn-lt"/>
          <a:ea typeface="+mn-ea"/>
          <a:cs typeface="+mn-cs"/>
        </a:defRPr>
      </a:lvl1pPr>
      <a:lvl2pPr marL="62181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2pPr>
      <a:lvl3pPr marL="103635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45090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86544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27998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69453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3109074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52361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4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08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63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17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71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259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180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34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49902-8497-4AD9-AB17-C17BCEF5A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79"/>
            <a:ext cx="5869858" cy="6148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4AD06-A5CE-4DB7-98D2-00C501B0C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4" y="945521"/>
            <a:ext cx="5745332" cy="432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76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3</cp:revision>
  <dcterms:created xsi:type="dcterms:W3CDTF">2020-12-07T20:21:23Z</dcterms:created>
  <dcterms:modified xsi:type="dcterms:W3CDTF">2020-12-07T21:19:58Z</dcterms:modified>
</cp:coreProperties>
</file>