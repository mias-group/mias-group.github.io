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253" y="41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B6B94-76E1-4505-80AC-7A0E63E10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7A1CA0-17E1-432E-8CEE-FDF114F66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058C6-644E-4095-B1AE-2FEF10547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ABA8E-A151-42E7-B83F-DD278758F1FA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0407C-446D-45C4-AE17-5EE04EF32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8968A-60D7-4145-9696-F6D563FD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BF60-F96E-435F-969A-8C2EFFCF46E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387571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AF110-E45C-4F68-95D1-16925B9CC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DD7E2-98A4-4052-8447-18C61FC5A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E0E45-7CB1-4496-8697-C9E93D4B4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ABA8E-A151-42E7-B83F-DD278758F1FA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61A25-F0A3-40D5-91E6-EB0538B0B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F6C23-CEDC-4263-B260-CD96FEC8A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BF60-F96E-435F-969A-8C2EFFCF46E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595842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34BB8-DE72-4E84-BEB1-759911F4F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C6497-0678-459A-9A45-3908DD38F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C3933-7BB0-40BC-B0B0-7E76E2134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ABA8E-A151-42E7-B83F-DD278758F1FA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5C2FC-3F58-427F-BF8B-EB4F16B91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66194-BAF5-4460-B5A3-71AE57787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BF60-F96E-435F-969A-8C2EFFCF46E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877874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84B53-0057-4167-950F-DB58E3154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A7BFE-89C0-49DA-AE25-D2E2301CA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ACF484-2878-4619-AE78-4B48ECA3F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D2F9-E9BC-430B-AEB9-44C51BFD5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ABA8E-A151-42E7-B83F-DD278758F1FA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5091B-2761-4933-B4B5-532A0666A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C7C03-11AF-44E1-824F-64DD28A21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BF60-F96E-435F-969A-8C2EFFCF46E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087396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E89AE-E506-401C-B89E-E3D5221AA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338A0-5B7D-4A90-913A-CFC7CD603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E59C6-A550-4F92-B989-20331DD96B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FFCB45-6DD1-4B20-8895-52178A3413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FBEED-06C0-4C20-8F32-2BDD2542E6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0F4D48-1F72-41A0-8D96-636328CE6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ABA8E-A151-42E7-B83F-DD278758F1FA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3FDF69-9E09-4B35-A33C-1E1D8A704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A55865-F16B-41D2-9FB3-1A7A2D534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BF60-F96E-435F-969A-8C2EFFCF46E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302712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DF69F-143E-4376-99E9-523FFD869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B110A8-AF09-407A-A80F-E3B924EB9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ABA8E-A151-42E7-B83F-DD278758F1FA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A5A717-3274-4AAC-8A45-65AB767D9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D9418-68D2-45F9-B28E-970BDB95E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BF60-F96E-435F-969A-8C2EFFCF46E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227178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3111E8-3A6B-4C05-932B-97D3D87CA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ABA8E-A151-42E7-B83F-DD278758F1FA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BA4B1-CCD0-454E-88A7-11A099777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DBCB1-78A5-4361-A161-A515FBC10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BF60-F96E-435F-969A-8C2EFFCF46E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158317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40941-2EAC-4FC5-A942-999E918C7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7A1FA-38DE-48F8-9126-50E5D851E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47BDD-F7D3-4C96-A382-548C957AE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C13AD-1024-4EBD-AC44-D8B574E21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ABA8E-A151-42E7-B83F-DD278758F1FA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EA995-34B8-424F-9DF3-C06F6CDE2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77A9F-205A-41D9-AB87-937B1FD9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BF60-F96E-435F-969A-8C2EFFCF46E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31182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C71AC-516B-4495-97F9-272A7BC3D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53E218-BF4D-437B-B924-6CA451922F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2C0763-39E1-4AF3-9C24-9CB22295A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8E7B6-3189-4BEE-A137-0275D811A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ABA8E-A151-42E7-B83F-DD278758F1FA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0458D-4BD6-42B9-8106-76670E33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DFE46-93AD-4973-A8B5-579E2FAE1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BF60-F96E-435F-969A-8C2EFFCF46E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183725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3DFB3-94FB-495D-9D77-F101B51E1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F18A18-2C26-4CB7-8652-5375968C5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6E0D1B-92D4-4390-B0DE-1ACCC7876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ABA8E-A151-42E7-B83F-DD278758F1FA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4B3B2-6A97-4E5E-B163-AF3A7453E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C3237-F594-4C80-85ED-79ABA87B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BF60-F96E-435F-969A-8C2EFFCF46E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634591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58BF1F-6E95-4B2D-ACCB-30BEC03066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1BC576-4EF0-4DB2-8441-1B686A2FB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1A23F-8E88-408E-8DCF-0FD835750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ABA8E-A151-42E7-B83F-DD278758F1FA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A6056-6032-49CD-901A-3F2D8C4A6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4D87D-7344-49D6-936A-EAAAED17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BBF60-F96E-435F-969A-8C2EFFCF46E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568056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74F5D9-8381-41D7-BABF-7B0E0FD4E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C53D9-F4F1-4A32-B3D9-4704FE97F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43B6B-F472-4F94-8D9B-898F63701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ABA8E-A151-42E7-B83F-DD278758F1FA}" type="datetimeFigureOut">
              <a:rPr lang="en-HK" smtClean="0"/>
              <a:t>7/12/2020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9FF8C-C527-4D15-973A-534EAF7A9A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BE999-4AD9-44C2-8279-88079B409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BBF60-F96E-435F-969A-8C2EFFCF46E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878323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39ACAD-5C5D-4587-BF22-397F8A7EF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05974"/>
            <a:ext cx="12192000" cy="3050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FEC0EB-4A96-47D2-A253-1290A88E6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668" y="3525345"/>
            <a:ext cx="10412663" cy="329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798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Ranger Fan</dc:creator>
  <cp:lastModifiedBy>Ranger Fan</cp:lastModifiedBy>
  <cp:revision>2</cp:revision>
  <dcterms:created xsi:type="dcterms:W3CDTF">2020-12-07T21:57:33Z</dcterms:created>
  <dcterms:modified xsi:type="dcterms:W3CDTF">2020-12-07T23:09:44Z</dcterms:modified>
</cp:coreProperties>
</file>