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78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FC38-DA7B-41E4-9C52-0D4B7FDD1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3EF34-29E2-4215-92AF-89B6C82BE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6DCEB-B869-4266-A487-8BD24DDA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7EAF-504B-4548-83AE-29F1588BE31F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36DB5-FECC-461C-9F5F-D44F4EC99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AA202-6F37-4561-A6E0-6188DA65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0AA9-9A2D-446D-B859-D4338F2A856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7216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8653C-979A-46C0-A4E6-440C5844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5FAB5-704E-4BAD-9947-61BB5B5C6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49756-BEB0-4C59-B25F-C01B69A22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7EAF-504B-4548-83AE-29F1588BE31F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D520D-2B89-436B-A4B1-7D731C960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A61D2-CF9E-4618-BBBB-D5BB1A2FB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0AA9-9A2D-446D-B859-D4338F2A856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54867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A56BB-1AFB-4FD3-BEB2-5380F995A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A4CCA-E55A-445F-BEBF-28F8081BA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3CEF5-1B7A-4CDF-8603-B19D7D61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7EAF-504B-4548-83AE-29F1588BE31F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7CFC9-2EAF-4AA9-A6A0-0A7BF6AA6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9BEEE-CFF1-4B1F-BBA5-1FBADE6E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0AA9-9A2D-446D-B859-D4338F2A856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80433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5728-8776-4771-8CFD-3955C1B78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0E1F6-009D-40E1-AE86-A61BAA095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85528-3E19-4C64-B9CC-74719F75D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AC84B-15E0-4B49-A04A-DF039E932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7EAF-504B-4548-83AE-29F1588BE31F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29D1E-83C9-4D8A-AACF-F1217961C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42AFE-DB78-4F39-92D8-2DA1C2A53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0AA9-9A2D-446D-B859-D4338F2A856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3561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4273-A8E6-42E8-9286-BC1B51D72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BC3CB-FF2F-4BC2-99B5-FC02C64FE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461FA-95FE-448F-8D51-C0D88F6BC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BDE4ED-03B4-4DAC-86D7-C58F9D10E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A0BA81-7F21-47E3-ABC8-5BA6556FC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375090-EBED-446E-9469-A593A1B56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7EAF-504B-4548-83AE-29F1588BE31F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FBCE7-B091-4951-B9D3-BA8955B1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14354-168F-4D5A-8B04-5129634F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0AA9-9A2D-446D-B859-D4338F2A856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2213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5F9A8-0862-49CF-B5CE-80842177B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87E35-766F-46D8-AAE9-A970B23D8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7EAF-504B-4548-83AE-29F1588BE31F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53D9B-A0F9-4139-8F66-9752F30C6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76A24-F2C9-439E-A043-7F37E085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0AA9-9A2D-446D-B859-D4338F2A856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4998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EA7560-F5F7-4EC5-BF06-AB70804B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7EAF-504B-4548-83AE-29F1588BE31F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21A311-7A5F-46B7-A3C9-BB85B414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EA6D4-0A9F-4501-81F3-F3225F27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0AA9-9A2D-446D-B859-D4338F2A856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1750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3A79-33A3-4AD4-ADE2-83C36606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82DD6-21D8-4D71-8010-6AEB6A0BA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3C6BA-79B8-4B2C-87B4-ABB56953E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415AF-45FA-427B-AF38-92DBFCED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7EAF-504B-4548-83AE-29F1588BE31F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CC339-9F21-4EDF-BE50-E828DCAC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A0A36-1064-444A-BBD5-DF76E95A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0AA9-9A2D-446D-B859-D4338F2A856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4383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9BF5-758D-45AC-9DC1-23189D76F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78C1-BF6E-4FE6-A339-D478D9CA0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8D7DB-069A-471F-9E1E-4FFAB86F2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92DA3-04E2-4C3D-AF02-3116FD88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7EAF-504B-4548-83AE-29F1588BE31F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17393-9864-4B16-8781-35884E280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F359-94D1-4FE1-B26B-E38F741E2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0AA9-9A2D-446D-B859-D4338F2A856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9819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E547C-455E-44EB-ADE2-16C18B249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DB8CA-1E1B-4C65-B9B3-DF00FE525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C45DF-3146-4B83-81B0-6C11B145F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7EAF-504B-4548-83AE-29F1588BE31F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D2907-175A-407D-8D41-503F4B692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DE4E4-9C98-4596-B09A-A46A6D81D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0AA9-9A2D-446D-B859-D4338F2A856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1975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60FE31-DB7B-4474-BA71-DFCB55C9A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5AC70-9219-469A-8115-05382E3E6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10129-9CEF-432A-91F3-4F2482D6C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7EAF-504B-4548-83AE-29F1588BE31F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C8FEE-6D96-46AC-8E44-0E86C226B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8B763-AA07-4EF1-83F1-168DA057F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D0AA9-9A2D-446D-B859-D4338F2A856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1182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41C124-E599-4F29-922B-49E888EB9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0BCD8-840D-4B0D-8375-0982A86E2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B91CA-7B67-4981-9F13-144EEA5F1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77EAF-504B-4548-83AE-29F1588BE31F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3E71C-0961-4093-8915-C257965D2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5BBE3-DC77-4992-9EBE-CCE443A89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D0AA9-9A2D-446D-B859-D4338F2A856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4997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F90D29-C56F-48EB-BDA4-124A002DE6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077"/>
          <a:stretch/>
        </p:blipFill>
        <p:spPr>
          <a:xfrm>
            <a:off x="218440" y="781690"/>
            <a:ext cx="11755119" cy="529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5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Ranger Fan</dc:creator>
  <cp:lastModifiedBy>Ranger Fan</cp:lastModifiedBy>
  <cp:revision>1</cp:revision>
  <dcterms:created xsi:type="dcterms:W3CDTF">2020-12-07T22:56:29Z</dcterms:created>
  <dcterms:modified xsi:type="dcterms:W3CDTF">2020-12-07T23:00:32Z</dcterms:modified>
</cp:coreProperties>
</file>