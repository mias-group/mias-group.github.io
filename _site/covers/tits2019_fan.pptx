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5211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72" y="163"/>
      </p:cViewPr>
      <p:guideLst>
        <p:guide orient="horz" pos="16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52944"/>
            <a:ext cx="9144000" cy="1814466"/>
          </a:xfrm>
        </p:spPr>
        <p:txBody>
          <a:bodyPr anchor="b"/>
          <a:lstStyle>
            <a:lvl1pPr algn="ctr"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37382"/>
            <a:ext cx="9144000" cy="1258303"/>
          </a:xfrm>
        </p:spPr>
        <p:txBody>
          <a:bodyPr/>
          <a:lstStyle>
            <a:lvl1pPr marL="0" indent="0" algn="ctr">
              <a:buNone/>
              <a:defRPr sz="1824"/>
            </a:lvl1pPr>
            <a:lvl2pPr marL="347472" indent="0" algn="ctr">
              <a:buNone/>
              <a:defRPr sz="1520"/>
            </a:lvl2pPr>
            <a:lvl3pPr marL="694944" indent="0" algn="ctr">
              <a:buNone/>
              <a:defRPr sz="1368"/>
            </a:lvl3pPr>
            <a:lvl4pPr marL="1042416" indent="0" algn="ctr">
              <a:buNone/>
              <a:defRPr sz="1216"/>
            </a:lvl4pPr>
            <a:lvl5pPr marL="1389888" indent="0" algn="ctr">
              <a:buNone/>
              <a:defRPr sz="1216"/>
            </a:lvl5pPr>
            <a:lvl6pPr marL="1737360" indent="0" algn="ctr">
              <a:buNone/>
              <a:defRPr sz="1216"/>
            </a:lvl6pPr>
            <a:lvl7pPr marL="2084832" indent="0" algn="ctr">
              <a:buNone/>
              <a:defRPr sz="1216"/>
            </a:lvl7pPr>
            <a:lvl8pPr marL="2432304" indent="0" algn="ctr">
              <a:buNone/>
              <a:defRPr sz="1216"/>
            </a:lvl8pPr>
            <a:lvl9pPr marL="2779776" indent="0" algn="ctr">
              <a:buNone/>
              <a:defRPr sz="12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6985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6391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99322"/>
            <a:ext cx="10515600" cy="2167948"/>
          </a:xfrm>
        </p:spPr>
        <p:txBody>
          <a:bodyPr anchor="b"/>
          <a:lstStyle>
            <a:lvl1pPr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487780"/>
            <a:ext cx="10515600" cy="1140073"/>
          </a:xfrm>
        </p:spPr>
        <p:txBody>
          <a:bodyPr/>
          <a:lstStyle>
            <a:lvl1pPr marL="0" indent="0">
              <a:buNone/>
              <a:defRPr sz="1824">
                <a:solidFill>
                  <a:schemeClr val="tx1">
                    <a:tint val="75000"/>
                  </a:schemeClr>
                </a:solidFill>
              </a:defRPr>
            </a:lvl1pPr>
            <a:lvl2pPr marL="347472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2pPr>
            <a:lvl3pPr marL="694944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042416" indent="0">
              <a:buNone/>
              <a:defRPr sz="1216">
                <a:solidFill>
                  <a:schemeClr val="tx1">
                    <a:tint val="75000"/>
                  </a:schemeClr>
                </a:solidFill>
              </a:defRPr>
            </a:lvl4pPr>
            <a:lvl5pPr marL="1389888" indent="0">
              <a:buNone/>
              <a:defRPr sz="1216">
                <a:solidFill>
                  <a:schemeClr val="tx1">
                    <a:tint val="75000"/>
                  </a:schemeClr>
                </a:solidFill>
              </a:defRPr>
            </a:lvl5pPr>
            <a:lvl6pPr marL="1737360" indent="0">
              <a:buNone/>
              <a:defRPr sz="1216">
                <a:solidFill>
                  <a:schemeClr val="tx1">
                    <a:tint val="75000"/>
                  </a:schemeClr>
                </a:solidFill>
              </a:defRPr>
            </a:lvl6pPr>
            <a:lvl7pPr marL="2084832" indent="0">
              <a:buNone/>
              <a:defRPr sz="1216">
                <a:solidFill>
                  <a:schemeClr val="tx1">
                    <a:tint val="75000"/>
                  </a:schemeClr>
                </a:solidFill>
              </a:defRPr>
            </a:lvl7pPr>
            <a:lvl8pPr marL="2432304" indent="0">
              <a:buNone/>
              <a:defRPr sz="1216">
                <a:solidFill>
                  <a:schemeClr val="tx1">
                    <a:tint val="75000"/>
                  </a:schemeClr>
                </a:solidFill>
              </a:defRPr>
            </a:lvl8pPr>
            <a:lvl9pPr marL="2779776" indent="0">
              <a:buNone/>
              <a:defRPr sz="12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2183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87390"/>
            <a:ext cx="5181600" cy="3306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87390"/>
            <a:ext cx="5181600" cy="3306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0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77478"/>
            <a:ext cx="10515600" cy="1007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77606"/>
            <a:ext cx="5157787" cy="626135"/>
          </a:xfrm>
        </p:spPr>
        <p:txBody>
          <a:bodyPr anchor="b"/>
          <a:lstStyle>
            <a:lvl1pPr marL="0" indent="0">
              <a:buNone/>
              <a:defRPr sz="1824" b="1"/>
            </a:lvl1pPr>
            <a:lvl2pPr marL="347472" indent="0">
              <a:buNone/>
              <a:defRPr sz="1520" b="1"/>
            </a:lvl2pPr>
            <a:lvl3pPr marL="694944" indent="0">
              <a:buNone/>
              <a:defRPr sz="1368" b="1"/>
            </a:lvl3pPr>
            <a:lvl4pPr marL="1042416" indent="0">
              <a:buNone/>
              <a:defRPr sz="1216" b="1"/>
            </a:lvl4pPr>
            <a:lvl5pPr marL="1389888" indent="0">
              <a:buNone/>
              <a:defRPr sz="1216" b="1"/>
            </a:lvl5pPr>
            <a:lvl6pPr marL="1737360" indent="0">
              <a:buNone/>
              <a:defRPr sz="1216" b="1"/>
            </a:lvl6pPr>
            <a:lvl7pPr marL="2084832" indent="0">
              <a:buNone/>
              <a:defRPr sz="1216" b="1"/>
            </a:lvl7pPr>
            <a:lvl8pPr marL="2432304" indent="0">
              <a:buNone/>
              <a:defRPr sz="1216" b="1"/>
            </a:lvl8pPr>
            <a:lvl9pPr marL="2779776" indent="0">
              <a:buNone/>
              <a:defRPr sz="1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903741"/>
            <a:ext cx="5157787" cy="2800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77606"/>
            <a:ext cx="5183188" cy="626135"/>
          </a:xfrm>
        </p:spPr>
        <p:txBody>
          <a:bodyPr anchor="b"/>
          <a:lstStyle>
            <a:lvl1pPr marL="0" indent="0">
              <a:buNone/>
              <a:defRPr sz="1824" b="1"/>
            </a:lvl1pPr>
            <a:lvl2pPr marL="347472" indent="0">
              <a:buNone/>
              <a:defRPr sz="1520" b="1"/>
            </a:lvl2pPr>
            <a:lvl3pPr marL="694944" indent="0">
              <a:buNone/>
              <a:defRPr sz="1368" b="1"/>
            </a:lvl3pPr>
            <a:lvl4pPr marL="1042416" indent="0">
              <a:buNone/>
              <a:defRPr sz="1216" b="1"/>
            </a:lvl4pPr>
            <a:lvl5pPr marL="1389888" indent="0">
              <a:buNone/>
              <a:defRPr sz="1216" b="1"/>
            </a:lvl5pPr>
            <a:lvl6pPr marL="1737360" indent="0">
              <a:buNone/>
              <a:defRPr sz="1216" b="1"/>
            </a:lvl6pPr>
            <a:lvl7pPr marL="2084832" indent="0">
              <a:buNone/>
              <a:defRPr sz="1216" b="1"/>
            </a:lvl7pPr>
            <a:lvl8pPr marL="2432304" indent="0">
              <a:buNone/>
              <a:defRPr sz="1216" b="1"/>
            </a:lvl8pPr>
            <a:lvl9pPr marL="2779776" indent="0">
              <a:buNone/>
              <a:defRPr sz="1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03741"/>
            <a:ext cx="5183188" cy="2800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6423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16299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9316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47451"/>
            <a:ext cx="3932237" cy="1216078"/>
          </a:xfrm>
        </p:spPr>
        <p:txBody>
          <a:bodyPr anchor="b"/>
          <a:lstStyle>
            <a:lvl1pPr>
              <a:defRPr sz="2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50398"/>
            <a:ext cx="6172200" cy="3703730"/>
          </a:xfrm>
        </p:spPr>
        <p:txBody>
          <a:bodyPr/>
          <a:lstStyle>
            <a:lvl1pPr>
              <a:defRPr sz="2432"/>
            </a:lvl1pPr>
            <a:lvl2pPr>
              <a:defRPr sz="2128"/>
            </a:lvl2pPr>
            <a:lvl3pPr>
              <a:defRPr sz="1824"/>
            </a:lvl3pPr>
            <a:lvl4pPr>
              <a:defRPr sz="1520"/>
            </a:lvl4pPr>
            <a:lvl5pPr>
              <a:defRPr sz="1520"/>
            </a:lvl5pPr>
            <a:lvl6pPr>
              <a:defRPr sz="1520"/>
            </a:lvl6pPr>
            <a:lvl7pPr>
              <a:defRPr sz="1520"/>
            </a:lvl7pPr>
            <a:lvl8pPr>
              <a:defRPr sz="1520"/>
            </a:lvl8pPr>
            <a:lvl9pPr>
              <a:defRPr sz="1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63529"/>
            <a:ext cx="3932237" cy="2896631"/>
          </a:xfrm>
        </p:spPr>
        <p:txBody>
          <a:bodyPr/>
          <a:lstStyle>
            <a:lvl1pPr marL="0" indent="0">
              <a:buNone/>
              <a:defRPr sz="1216"/>
            </a:lvl1pPr>
            <a:lvl2pPr marL="347472" indent="0">
              <a:buNone/>
              <a:defRPr sz="1064"/>
            </a:lvl2pPr>
            <a:lvl3pPr marL="694944" indent="0">
              <a:buNone/>
              <a:defRPr sz="912"/>
            </a:lvl3pPr>
            <a:lvl4pPr marL="1042416" indent="0">
              <a:buNone/>
              <a:defRPr sz="760"/>
            </a:lvl4pPr>
            <a:lvl5pPr marL="1389888" indent="0">
              <a:buNone/>
              <a:defRPr sz="760"/>
            </a:lvl5pPr>
            <a:lvl6pPr marL="1737360" indent="0">
              <a:buNone/>
              <a:defRPr sz="760"/>
            </a:lvl6pPr>
            <a:lvl7pPr marL="2084832" indent="0">
              <a:buNone/>
              <a:defRPr sz="760"/>
            </a:lvl7pPr>
            <a:lvl8pPr marL="2432304" indent="0">
              <a:buNone/>
              <a:defRPr sz="760"/>
            </a:lvl8pPr>
            <a:lvl9pPr marL="2779776" indent="0">
              <a:buNone/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7169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47451"/>
            <a:ext cx="3932237" cy="1216078"/>
          </a:xfrm>
        </p:spPr>
        <p:txBody>
          <a:bodyPr anchor="b"/>
          <a:lstStyle>
            <a:lvl1pPr>
              <a:defRPr sz="2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50398"/>
            <a:ext cx="6172200" cy="3703730"/>
          </a:xfrm>
        </p:spPr>
        <p:txBody>
          <a:bodyPr anchor="t"/>
          <a:lstStyle>
            <a:lvl1pPr marL="0" indent="0">
              <a:buNone/>
              <a:defRPr sz="2432"/>
            </a:lvl1pPr>
            <a:lvl2pPr marL="347472" indent="0">
              <a:buNone/>
              <a:defRPr sz="2128"/>
            </a:lvl2pPr>
            <a:lvl3pPr marL="694944" indent="0">
              <a:buNone/>
              <a:defRPr sz="1824"/>
            </a:lvl3pPr>
            <a:lvl4pPr marL="1042416" indent="0">
              <a:buNone/>
              <a:defRPr sz="1520"/>
            </a:lvl4pPr>
            <a:lvl5pPr marL="1389888" indent="0">
              <a:buNone/>
              <a:defRPr sz="1520"/>
            </a:lvl5pPr>
            <a:lvl6pPr marL="1737360" indent="0">
              <a:buNone/>
              <a:defRPr sz="1520"/>
            </a:lvl6pPr>
            <a:lvl7pPr marL="2084832" indent="0">
              <a:buNone/>
              <a:defRPr sz="1520"/>
            </a:lvl7pPr>
            <a:lvl8pPr marL="2432304" indent="0">
              <a:buNone/>
              <a:defRPr sz="1520"/>
            </a:lvl8pPr>
            <a:lvl9pPr marL="2779776" indent="0">
              <a:buNone/>
              <a:defRPr sz="15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63529"/>
            <a:ext cx="3932237" cy="2896631"/>
          </a:xfrm>
        </p:spPr>
        <p:txBody>
          <a:bodyPr/>
          <a:lstStyle>
            <a:lvl1pPr marL="0" indent="0">
              <a:buNone/>
              <a:defRPr sz="1216"/>
            </a:lvl1pPr>
            <a:lvl2pPr marL="347472" indent="0">
              <a:buNone/>
              <a:defRPr sz="1064"/>
            </a:lvl2pPr>
            <a:lvl3pPr marL="694944" indent="0">
              <a:buNone/>
              <a:defRPr sz="912"/>
            </a:lvl3pPr>
            <a:lvl4pPr marL="1042416" indent="0">
              <a:buNone/>
              <a:defRPr sz="760"/>
            </a:lvl4pPr>
            <a:lvl5pPr marL="1389888" indent="0">
              <a:buNone/>
              <a:defRPr sz="760"/>
            </a:lvl5pPr>
            <a:lvl6pPr marL="1737360" indent="0">
              <a:buNone/>
              <a:defRPr sz="760"/>
            </a:lvl6pPr>
            <a:lvl7pPr marL="2084832" indent="0">
              <a:buNone/>
              <a:defRPr sz="760"/>
            </a:lvl7pPr>
            <a:lvl8pPr marL="2432304" indent="0">
              <a:buNone/>
              <a:defRPr sz="760"/>
            </a:lvl8pPr>
            <a:lvl9pPr marL="2779776" indent="0">
              <a:buNone/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305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9506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7478"/>
            <a:ext cx="2628900" cy="44167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7478"/>
            <a:ext cx="7734300" cy="44167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8278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7478"/>
            <a:ext cx="10515600" cy="1007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87390"/>
            <a:ext cx="10515600" cy="3306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830533"/>
            <a:ext cx="27432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511EB-1544-419F-B1C6-EF0E5F87C516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830533"/>
            <a:ext cx="41148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830533"/>
            <a:ext cx="27432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1735D-42F3-4F5D-A7A0-AD9CDDE772F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45299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94944" rtl="0" eaLnBrk="1" latinLnBrk="0" hangingPunct="1">
        <a:lnSpc>
          <a:spcPct val="90000"/>
        </a:lnSpc>
        <a:spcBef>
          <a:spcPct val="0"/>
        </a:spcBef>
        <a:buNone/>
        <a:defRPr sz="33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736" indent="-173736" algn="l" defTabSz="694944" rtl="0" eaLnBrk="1" latinLnBrk="0" hangingPunct="1">
        <a:lnSpc>
          <a:spcPct val="90000"/>
        </a:lnSpc>
        <a:spcBef>
          <a:spcPts val="760"/>
        </a:spcBef>
        <a:buFont typeface="Arial" panose="020B0604020202020204" pitchFamily="34" charset="0"/>
        <a:buChar char="•"/>
        <a:defRPr sz="2128" kern="120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824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52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563624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911096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258568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953512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1pPr>
      <a:lvl2pPr marL="347472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42416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389888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432304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779776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F96E8A4-CAD9-44A1-AC33-449D9497F59F}"/>
              </a:ext>
            </a:extLst>
          </p:cNvPr>
          <p:cNvGrpSpPr/>
          <p:nvPr/>
        </p:nvGrpSpPr>
        <p:grpSpPr>
          <a:xfrm>
            <a:off x="94560" y="678934"/>
            <a:ext cx="6003326" cy="3957925"/>
            <a:chOff x="0" y="593541"/>
            <a:chExt cx="6258541" cy="41913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98565A6-3FDC-4B99-9465-6C6B4A79D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93541"/>
              <a:ext cx="6149494" cy="416449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F4070A-303D-4FFE-BD9D-6D2E45B6C752}"/>
                </a:ext>
              </a:extLst>
            </p:cNvPr>
            <p:cNvSpPr/>
            <p:nvPr/>
          </p:nvSpPr>
          <p:spPr>
            <a:xfrm>
              <a:off x="1480930" y="2213940"/>
              <a:ext cx="1878496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RGB Image</a:t>
              </a:r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7472B6-E54B-446B-BFB9-B9A426BB709B}"/>
                </a:ext>
              </a:extLst>
            </p:cNvPr>
            <p:cNvSpPr/>
            <p:nvPr/>
          </p:nvSpPr>
          <p:spPr>
            <a:xfrm>
              <a:off x="1480930" y="4476748"/>
              <a:ext cx="1878496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Disparity Image</a:t>
              </a:r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D2ABB8-2150-4F18-A4A6-2EE20B635474}"/>
                </a:ext>
              </a:extLst>
            </p:cNvPr>
            <p:cNvSpPr/>
            <p:nvPr/>
          </p:nvSpPr>
          <p:spPr>
            <a:xfrm>
              <a:off x="5308581" y="3321425"/>
              <a:ext cx="655320" cy="351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6EAEA2-7DE7-4B5B-AAEA-194AF1C675A3}"/>
                </a:ext>
              </a:extLst>
            </p:cNvPr>
            <p:cNvSpPr/>
            <p:nvPr/>
          </p:nvSpPr>
          <p:spPr>
            <a:xfrm>
              <a:off x="4592841" y="3525444"/>
              <a:ext cx="1665700" cy="351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V-Disparity Map</a:t>
              </a:r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67EDF82-8B4C-4F4B-9C6A-158C99047BEA}"/>
              </a:ext>
            </a:extLst>
          </p:cNvPr>
          <p:cNvGrpSpPr/>
          <p:nvPr/>
        </p:nvGrpSpPr>
        <p:grpSpPr>
          <a:xfrm>
            <a:off x="6501814" y="336029"/>
            <a:ext cx="5525290" cy="4539704"/>
            <a:chOff x="6258543" y="181065"/>
            <a:chExt cx="5893703" cy="48595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D09080-4322-4013-AA2C-2384B0F69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8543" y="181065"/>
              <a:ext cx="5893703" cy="442291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47EB2C-CA9D-45B6-9314-6BA8BB200C38}"/>
                </a:ext>
              </a:extLst>
            </p:cNvPr>
            <p:cNvSpPr/>
            <p:nvPr/>
          </p:nvSpPr>
          <p:spPr>
            <a:xfrm>
              <a:off x="6691176" y="4672558"/>
              <a:ext cx="1878496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RGB Image</a:t>
              </a:r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C60FAC-6504-4224-B4BC-03F745F568E4}"/>
                </a:ext>
              </a:extLst>
            </p:cNvPr>
            <p:cNvSpPr/>
            <p:nvPr/>
          </p:nvSpPr>
          <p:spPr>
            <a:xfrm>
              <a:off x="6691176" y="2349784"/>
              <a:ext cx="1878496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Disparity Image</a:t>
              </a:r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817E8-36D6-49A7-9AF0-510F9732D92A}"/>
                </a:ext>
              </a:extLst>
            </p:cNvPr>
            <p:cNvSpPr/>
            <p:nvPr/>
          </p:nvSpPr>
          <p:spPr>
            <a:xfrm>
              <a:off x="9845856" y="2367675"/>
              <a:ext cx="1878496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Transformed Disparity Image</a:t>
              </a:r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35A57F-D750-492D-867A-385035DA330B}"/>
                </a:ext>
              </a:extLst>
            </p:cNvPr>
            <p:cNvSpPr/>
            <p:nvPr/>
          </p:nvSpPr>
          <p:spPr>
            <a:xfrm>
              <a:off x="9688232" y="4732523"/>
              <a:ext cx="2193744" cy="3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Detected Damaged Road Area</a:t>
              </a:r>
              <a:endParaRPr lang="en-HK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E9A923-2A75-47F0-B257-70DAAA87E9A8}"/>
              </a:ext>
            </a:extLst>
          </p:cNvPr>
          <p:cNvCxnSpPr>
            <a:cxnSpLocks/>
          </p:cNvCxnSpPr>
          <p:nvPr/>
        </p:nvCxnSpPr>
        <p:spPr>
          <a:xfrm>
            <a:off x="6186024" y="224212"/>
            <a:ext cx="0" cy="4763337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454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Ranger Fan</dc:creator>
  <cp:lastModifiedBy>Ranger Fan</cp:lastModifiedBy>
  <cp:revision>7</cp:revision>
  <dcterms:created xsi:type="dcterms:W3CDTF">2020-12-07T20:28:36Z</dcterms:created>
  <dcterms:modified xsi:type="dcterms:W3CDTF">2020-12-07T23:11:23Z</dcterms:modified>
</cp:coreProperties>
</file>