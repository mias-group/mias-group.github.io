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6035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0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253" y="586"/>
      </p:cViewPr>
      <p:guideLst>
        <p:guide orient="horz" pos="190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87783"/>
            <a:ext cx="9144000" cy="2101309"/>
          </a:xfrm>
        </p:spPr>
        <p:txBody>
          <a:bodyPr anchor="b"/>
          <a:lstStyle>
            <a:lvl1pPr algn="ctr">
              <a:defRPr sz="5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70127"/>
            <a:ext cx="9144000" cy="1457224"/>
          </a:xfrm>
        </p:spPr>
        <p:txBody>
          <a:bodyPr/>
          <a:lstStyle>
            <a:lvl1pPr marL="0" indent="0" algn="ctr">
              <a:buNone/>
              <a:defRPr sz="2112"/>
            </a:lvl1pPr>
            <a:lvl2pPr marL="402382" indent="0" algn="ctr">
              <a:buNone/>
              <a:defRPr sz="1760"/>
            </a:lvl2pPr>
            <a:lvl3pPr marL="804763" indent="0" algn="ctr">
              <a:buNone/>
              <a:defRPr sz="1584"/>
            </a:lvl3pPr>
            <a:lvl4pPr marL="1207145" indent="0" algn="ctr">
              <a:buNone/>
              <a:defRPr sz="1408"/>
            </a:lvl4pPr>
            <a:lvl5pPr marL="1609527" indent="0" algn="ctr">
              <a:buNone/>
              <a:defRPr sz="1408"/>
            </a:lvl5pPr>
            <a:lvl6pPr marL="2011909" indent="0" algn="ctr">
              <a:buNone/>
              <a:defRPr sz="1408"/>
            </a:lvl6pPr>
            <a:lvl7pPr marL="2414290" indent="0" algn="ctr">
              <a:buNone/>
              <a:defRPr sz="1408"/>
            </a:lvl7pPr>
            <a:lvl8pPr marL="2816672" indent="0" algn="ctr">
              <a:buNone/>
              <a:defRPr sz="1408"/>
            </a:lvl8pPr>
            <a:lvl9pPr marL="3219054" indent="0" algn="ctr">
              <a:buNone/>
              <a:defRPr sz="14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D798-EAB7-48AB-808B-5CD4AF64DECC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2A8C-DB74-4788-9BF9-A3E000C3A0A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20881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D798-EAB7-48AB-808B-5CD4AF64DECC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2A8C-DB74-4788-9BF9-A3E000C3A0A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7461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04728"/>
            <a:ext cx="10515600" cy="2510673"/>
          </a:xfrm>
        </p:spPr>
        <p:txBody>
          <a:bodyPr anchor="b"/>
          <a:lstStyle>
            <a:lvl1pPr>
              <a:defRPr sz="5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039153"/>
            <a:ext cx="10515600" cy="1320303"/>
          </a:xfrm>
        </p:spPr>
        <p:txBody>
          <a:bodyPr/>
          <a:lstStyle>
            <a:lvl1pPr marL="0" indent="0">
              <a:buNone/>
              <a:defRPr sz="2112">
                <a:solidFill>
                  <a:schemeClr val="tx1">
                    <a:tint val="75000"/>
                  </a:schemeClr>
                </a:solidFill>
              </a:defRPr>
            </a:lvl1pPr>
            <a:lvl2pPr marL="40238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2pPr>
            <a:lvl3pPr marL="804763" indent="0">
              <a:buNone/>
              <a:defRPr sz="1584">
                <a:solidFill>
                  <a:schemeClr val="tx1">
                    <a:tint val="75000"/>
                  </a:schemeClr>
                </a:solidFill>
              </a:defRPr>
            </a:lvl3pPr>
            <a:lvl4pPr marL="1207145" indent="0">
              <a:buNone/>
              <a:defRPr sz="1408">
                <a:solidFill>
                  <a:schemeClr val="tx1">
                    <a:tint val="75000"/>
                  </a:schemeClr>
                </a:solidFill>
              </a:defRPr>
            </a:lvl4pPr>
            <a:lvl5pPr marL="1609527" indent="0">
              <a:buNone/>
              <a:defRPr sz="1408">
                <a:solidFill>
                  <a:schemeClr val="tx1">
                    <a:tint val="75000"/>
                  </a:schemeClr>
                </a:solidFill>
              </a:defRPr>
            </a:lvl5pPr>
            <a:lvl6pPr marL="2011909" indent="0">
              <a:buNone/>
              <a:defRPr sz="1408">
                <a:solidFill>
                  <a:schemeClr val="tx1">
                    <a:tint val="75000"/>
                  </a:schemeClr>
                </a:solidFill>
              </a:defRPr>
            </a:lvl6pPr>
            <a:lvl7pPr marL="2414290" indent="0">
              <a:buNone/>
              <a:defRPr sz="1408">
                <a:solidFill>
                  <a:schemeClr val="tx1">
                    <a:tint val="75000"/>
                  </a:schemeClr>
                </a:solidFill>
              </a:defRPr>
            </a:lvl7pPr>
            <a:lvl8pPr marL="2816672" indent="0">
              <a:buNone/>
              <a:defRPr sz="1408">
                <a:solidFill>
                  <a:schemeClr val="tx1">
                    <a:tint val="75000"/>
                  </a:schemeClr>
                </a:solidFill>
              </a:defRPr>
            </a:lvl8pPr>
            <a:lvl9pPr marL="3219054" indent="0">
              <a:buNone/>
              <a:defRPr sz="14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D798-EAB7-48AB-808B-5CD4AF64DECC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2A8C-DB74-4788-9BF9-A3E000C3A0A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7227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6719"/>
            <a:ext cx="5181600" cy="3829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6719"/>
            <a:ext cx="5181600" cy="3829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D798-EAB7-48AB-808B-5CD4AF64DECC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2A8C-DB74-4788-9BF9-A3E000C3A0A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5783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21344"/>
            <a:ext cx="10515600" cy="11666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79579"/>
            <a:ext cx="5157787" cy="725119"/>
          </a:xfrm>
        </p:spPr>
        <p:txBody>
          <a:bodyPr anchor="b"/>
          <a:lstStyle>
            <a:lvl1pPr marL="0" indent="0">
              <a:buNone/>
              <a:defRPr sz="2112" b="1"/>
            </a:lvl1pPr>
            <a:lvl2pPr marL="402382" indent="0">
              <a:buNone/>
              <a:defRPr sz="1760" b="1"/>
            </a:lvl2pPr>
            <a:lvl3pPr marL="804763" indent="0">
              <a:buNone/>
              <a:defRPr sz="1584" b="1"/>
            </a:lvl3pPr>
            <a:lvl4pPr marL="1207145" indent="0">
              <a:buNone/>
              <a:defRPr sz="1408" b="1"/>
            </a:lvl4pPr>
            <a:lvl5pPr marL="1609527" indent="0">
              <a:buNone/>
              <a:defRPr sz="1408" b="1"/>
            </a:lvl5pPr>
            <a:lvl6pPr marL="2011909" indent="0">
              <a:buNone/>
              <a:defRPr sz="1408" b="1"/>
            </a:lvl6pPr>
            <a:lvl7pPr marL="2414290" indent="0">
              <a:buNone/>
              <a:defRPr sz="1408" b="1"/>
            </a:lvl7pPr>
            <a:lvl8pPr marL="2816672" indent="0">
              <a:buNone/>
              <a:defRPr sz="1408" b="1"/>
            </a:lvl8pPr>
            <a:lvl9pPr marL="3219054" indent="0">
              <a:buNone/>
              <a:defRPr sz="14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204698"/>
            <a:ext cx="5157787" cy="3242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79579"/>
            <a:ext cx="5183188" cy="725119"/>
          </a:xfrm>
        </p:spPr>
        <p:txBody>
          <a:bodyPr anchor="b"/>
          <a:lstStyle>
            <a:lvl1pPr marL="0" indent="0">
              <a:buNone/>
              <a:defRPr sz="2112" b="1"/>
            </a:lvl1pPr>
            <a:lvl2pPr marL="402382" indent="0">
              <a:buNone/>
              <a:defRPr sz="1760" b="1"/>
            </a:lvl2pPr>
            <a:lvl3pPr marL="804763" indent="0">
              <a:buNone/>
              <a:defRPr sz="1584" b="1"/>
            </a:lvl3pPr>
            <a:lvl4pPr marL="1207145" indent="0">
              <a:buNone/>
              <a:defRPr sz="1408" b="1"/>
            </a:lvl4pPr>
            <a:lvl5pPr marL="1609527" indent="0">
              <a:buNone/>
              <a:defRPr sz="1408" b="1"/>
            </a:lvl5pPr>
            <a:lvl6pPr marL="2011909" indent="0">
              <a:buNone/>
              <a:defRPr sz="1408" b="1"/>
            </a:lvl6pPr>
            <a:lvl7pPr marL="2414290" indent="0">
              <a:buNone/>
              <a:defRPr sz="1408" b="1"/>
            </a:lvl7pPr>
            <a:lvl8pPr marL="2816672" indent="0">
              <a:buNone/>
              <a:defRPr sz="1408" b="1"/>
            </a:lvl8pPr>
            <a:lvl9pPr marL="3219054" indent="0">
              <a:buNone/>
              <a:defRPr sz="14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04698"/>
            <a:ext cx="5183188" cy="3242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D798-EAB7-48AB-808B-5CD4AF64DECC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2A8C-DB74-4788-9BF9-A3E000C3A0A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90957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D798-EAB7-48AB-808B-5CD4AF64DECC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2A8C-DB74-4788-9BF9-A3E000C3A0A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2072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D798-EAB7-48AB-808B-5CD4AF64DECC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2A8C-DB74-4788-9BF9-A3E000C3A0A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5032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2378"/>
            <a:ext cx="3932237" cy="1408324"/>
          </a:xfrm>
        </p:spPr>
        <p:txBody>
          <a:bodyPr anchor="b"/>
          <a:lstStyle>
            <a:lvl1pPr>
              <a:defRPr sz="28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69026"/>
            <a:ext cx="6172200" cy="4289241"/>
          </a:xfrm>
        </p:spPr>
        <p:txBody>
          <a:bodyPr/>
          <a:lstStyle>
            <a:lvl1pPr>
              <a:defRPr sz="2816"/>
            </a:lvl1pPr>
            <a:lvl2pPr>
              <a:defRPr sz="2464"/>
            </a:lvl2pPr>
            <a:lvl3pPr>
              <a:defRPr sz="2112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10703"/>
            <a:ext cx="3932237" cy="3354550"/>
          </a:xfrm>
        </p:spPr>
        <p:txBody>
          <a:bodyPr/>
          <a:lstStyle>
            <a:lvl1pPr marL="0" indent="0">
              <a:buNone/>
              <a:defRPr sz="1408"/>
            </a:lvl1pPr>
            <a:lvl2pPr marL="402382" indent="0">
              <a:buNone/>
              <a:defRPr sz="1232"/>
            </a:lvl2pPr>
            <a:lvl3pPr marL="804763" indent="0">
              <a:buNone/>
              <a:defRPr sz="1056"/>
            </a:lvl3pPr>
            <a:lvl4pPr marL="1207145" indent="0">
              <a:buNone/>
              <a:defRPr sz="880"/>
            </a:lvl4pPr>
            <a:lvl5pPr marL="1609527" indent="0">
              <a:buNone/>
              <a:defRPr sz="880"/>
            </a:lvl5pPr>
            <a:lvl6pPr marL="2011909" indent="0">
              <a:buNone/>
              <a:defRPr sz="880"/>
            </a:lvl6pPr>
            <a:lvl7pPr marL="2414290" indent="0">
              <a:buNone/>
              <a:defRPr sz="880"/>
            </a:lvl7pPr>
            <a:lvl8pPr marL="2816672" indent="0">
              <a:buNone/>
              <a:defRPr sz="880"/>
            </a:lvl8pPr>
            <a:lvl9pPr marL="3219054" indent="0">
              <a:buNone/>
              <a:defRPr sz="8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D798-EAB7-48AB-808B-5CD4AF64DECC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2A8C-DB74-4788-9BF9-A3E000C3A0A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5179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2378"/>
            <a:ext cx="3932237" cy="1408324"/>
          </a:xfrm>
        </p:spPr>
        <p:txBody>
          <a:bodyPr anchor="b"/>
          <a:lstStyle>
            <a:lvl1pPr>
              <a:defRPr sz="28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69026"/>
            <a:ext cx="6172200" cy="4289241"/>
          </a:xfrm>
        </p:spPr>
        <p:txBody>
          <a:bodyPr anchor="t"/>
          <a:lstStyle>
            <a:lvl1pPr marL="0" indent="0">
              <a:buNone/>
              <a:defRPr sz="2816"/>
            </a:lvl1pPr>
            <a:lvl2pPr marL="402382" indent="0">
              <a:buNone/>
              <a:defRPr sz="2464"/>
            </a:lvl2pPr>
            <a:lvl3pPr marL="804763" indent="0">
              <a:buNone/>
              <a:defRPr sz="2112"/>
            </a:lvl3pPr>
            <a:lvl4pPr marL="1207145" indent="0">
              <a:buNone/>
              <a:defRPr sz="1760"/>
            </a:lvl4pPr>
            <a:lvl5pPr marL="1609527" indent="0">
              <a:buNone/>
              <a:defRPr sz="1760"/>
            </a:lvl5pPr>
            <a:lvl6pPr marL="2011909" indent="0">
              <a:buNone/>
              <a:defRPr sz="1760"/>
            </a:lvl6pPr>
            <a:lvl7pPr marL="2414290" indent="0">
              <a:buNone/>
              <a:defRPr sz="1760"/>
            </a:lvl7pPr>
            <a:lvl8pPr marL="2816672" indent="0">
              <a:buNone/>
              <a:defRPr sz="1760"/>
            </a:lvl8pPr>
            <a:lvl9pPr marL="3219054" indent="0">
              <a:buNone/>
              <a:defRPr sz="17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10703"/>
            <a:ext cx="3932237" cy="3354550"/>
          </a:xfrm>
        </p:spPr>
        <p:txBody>
          <a:bodyPr/>
          <a:lstStyle>
            <a:lvl1pPr marL="0" indent="0">
              <a:buNone/>
              <a:defRPr sz="1408"/>
            </a:lvl1pPr>
            <a:lvl2pPr marL="402382" indent="0">
              <a:buNone/>
              <a:defRPr sz="1232"/>
            </a:lvl2pPr>
            <a:lvl3pPr marL="804763" indent="0">
              <a:buNone/>
              <a:defRPr sz="1056"/>
            </a:lvl3pPr>
            <a:lvl4pPr marL="1207145" indent="0">
              <a:buNone/>
              <a:defRPr sz="880"/>
            </a:lvl4pPr>
            <a:lvl5pPr marL="1609527" indent="0">
              <a:buNone/>
              <a:defRPr sz="880"/>
            </a:lvl5pPr>
            <a:lvl6pPr marL="2011909" indent="0">
              <a:buNone/>
              <a:defRPr sz="880"/>
            </a:lvl6pPr>
            <a:lvl7pPr marL="2414290" indent="0">
              <a:buNone/>
              <a:defRPr sz="880"/>
            </a:lvl7pPr>
            <a:lvl8pPr marL="2816672" indent="0">
              <a:buNone/>
              <a:defRPr sz="880"/>
            </a:lvl8pPr>
            <a:lvl9pPr marL="3219054" indent="0">
              <a:buNone/>
              <a:defRPr sz="8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D798-EAB7-48AB-808B-5CD4AF64DECC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2A8C-DB74-4788-9BF9-A3E000C3A0A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037438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D798-EAB7-48AB-808B-5CD4AF64DECC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2A8C-DB74-4788-9BF9-A3E000C3A0A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7769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21344"/>
            <a:ext cx="2628900" cy="511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21344"/>
            <a:ext cx="7734300" cy="511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9D798-EAB7-48AB-808B-5CD4AF64DECC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32A8C-DB74-4788-9BF9-A3E000C3A0A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73993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21344"/>
            <a:ext cx="10515600" cy="1166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06719"/>
            <a:ext cx="10515600" cy="3829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594177"/>
            <a:ext cx="2743200" cy="3213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9D798-EAB7-48AB-808B-5CD4AF64DECC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594177"/>
            <a:ext cx="4114800" cy="3213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594177"/>
            <a:ext cx="2743200" cy="3213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32A8C-DB74-4788-9BF9-A3E000C3A0A9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17515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04763" rtl="0" eaLnBrk="1" latinLnBrk="0" hangingPunct="1">
        <a:lnSpc>
          <a:spcPct val="90000"/>
        </a:lnSpc>
        <a:spcBef>
          <a:spcPct val="0"/>
        </a:spcBef>
        <a:buNone/>
        <a:defRPr sz="38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191" indent="-201191" algn="l" defTabSz="804763" rtl="0" eaLnBrk="1" latinLnBrk="0" hangingPunct="1">
        <a:lnSpc>
          <a:spcPct val="90000"/>
        </a:lnSpc>
        <a:spcBef>
          <a:spcPts val="880"/>
        </a:spcBef>
        <a:buFont typeface="Arial" panose="020B0604020202020204" pitchFamily="34" charset="0"/>
        <a:buChar char="•"/>
        <a:defRPr sz="2464" kern="1200">
          <a:solidFill>
            <a:schemeClr val="tx1"/>
          </a:solidFill>
          <a:latin typeface="+mn-lt"/>
          <a:ea typeface="+mn-ea"/>
          <a:cs typeface="+mn-cs"/>
        </a:defRPr>
      </a:lvl1pPr>
      <a:lvl2pPr marL="603573" indent="-201191" algn="l" defTabSz="804763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2112" kern="1200">
          <a:solidFill>
            <a:schemeClr val="tx1"/>
          </a:solidFill>
          <a:latin typeface="+mn-lt"/>
          <a:ea typeface="+mn-ea"/>
          <a:cs typeface="+mn-cs"/>
        </a:defRPr>
      </a:lvl2pPr>
      <a:lvl3pPr marL="1005954" indent="-201191" algn="l" defTabSz="804763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408336" indent="-201191" algn="l" defTabSz="804763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4pPr>
      <a:lvl5pPr marL="1810718" indent="-201191" algn="l" defTabSz="804763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5pPr>
      <a:lvl6pPr marL="2213099" indent="-201191" algn="l" defTabSz="804763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6pPr>
      <a:lvl7pPr marL="2615481" indent="-201191" algn="l" defTabSz="804763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7pPr>
      <a:lvl8pPr marL="3017863" indent="-201191" algn="l" defTabSz="804763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8pPr>
      <a:lvl9pPr marL="3420245" indent="-201191" algn="l" defTabSz="804763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4763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1pPr>
      <a:lvl2pPr marL="402382" algn="l" defTabSz="804763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2pPr>
      <a:lvl3pPr marL="804763" algn="l" defTabSz="804763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3pPr>
      <a:lvl4pPr marL="1207145" algn="l" defTabSz="804763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4pPr>
      <a:lvl5pPr marL="1609527" algn="l" defTabSz="804763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5pPr>
      <a:lvl6pPr marL="2011909" algn="l" defTabSz="804763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6pPr>
      <a:lvl7pPr marL="2414290" algn="l" defTabSz="804763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7pPr>
      <a:lvl8pPr marL="2816672" algn="l" defTabSz="804763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8pPr>
      <a:lvl9pPr marL="3219054" algn="l" defTabSz="804763" rtl="0" eaLnBrk="1" latinLnBrk="0" hangingPunct="1">
        <a:defRPr sz="15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323D44-2F38-4C63-8834-262463B7A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278" y="1074515"/>
            <a:ext cx="5886450" cy="3867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761B96-C875-4340-A496-01B101CA4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6" y="48137"/>
            <a:ext cx="5801032" cy="591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62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Ranger Fan</dc:creator>
  <cp:lastModifiedBy>Ranger Fan</cp:lastModifiedBy>
  <cp:revision>1</cp:revision>
  <dcterms:created xsi:type="dcterms:W3CDTF">2020-12-07T21:47:28Z</dcterms:created>
  <dcterms:modified xsi:type="dcterms:W3CDTF">2020-12-07T21:50:31Z</dcterms:modified>
</cp:coreProperties>
</file>